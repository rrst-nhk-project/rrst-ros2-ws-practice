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この講習では、練習用リポジトリを雛形として配布し、問題に合わせて turtle_teleop のノードを自分で書き換えていく。前半でリポジトリの構造と使い方、後半で演習。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前提は ROS 2 Jazzy 入門 01〜05（特に 05 Pub/Sub C++）。実機がなくても turtlesim で機体の操縦ノードと同じ書き方を練習できる。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各問題で「書き換え → ビルド → 実行 → 確認」を1周する。うまくいったらコミットしておくと、壊したときに戻れる。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このリポジトリはメインリポジトリ rrst-ros2-ws のフォーク。構造と使い方が同じなので、ここで覚えたことがそのまま本番で使える。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練習用はメインのフォーク。構造・ビルド方法・サブモジュールは同じ。練習用では機体固有のパッケージを削除し、講習用のパッケージを追加している。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ワークスペースの src 直下にリポジトリをそのまま clone する構成。サブモジュールは別リポジトリとして管理されている。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serial_bridge・ros2can・microcontroller-ws は別リポジトリ。clone しただけでは中身が空なので submodule update 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は動作確認済み、develop は開発中。push すると GitHub Actions が ROS 2 Jazzy でビルドしてくれる。README のバッジで結果を確認できる。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src の中に「.」で clone するのがポイント。src/rrst-ros2-ws/ のように1段深くなっても動くが、メインリポジトリの手順と揃える。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実機では teleop_tools のホストノードが serial_tx に配列を publish する。今回は同じ形のノードが turtle1/cmd_vel に Twist を publish する。違うのは出力先だけ。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まずは書き換える前に、配布したパッケージを動かして中身を読む。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launch ファイルで joy_node・turtlesim・自分のノードの3つをまとめて起動する。書き換えるのは基本的に cpp ファイル1つだけ。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配布状態では亀は動かない。twist_ がずっと 0 のまま Publish されているため。これを問題で書き換えていく。PS4 は USB か Bluetooth で接続しておく。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Serial_Bridge_Host.cpp と同じ構造。joy のコールバックで twist_ を書き換えるだけで、Publish はタイマーが勝手にやってくれる。コールバックで直接 publish しないのは、送信周期を一定にするため。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sensor_msgs/msg/Joy の axes（float）と buttons（int）。インデックスは Linux の標準ドライバで PS4 を繋いだ場合。違うコントローラーだと番号が変わるので ros2 topic echo /joy で確かめる。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turtlesim は linear.x（前後）と angular.z（回転）だけを使う。angular.z は反時計回りが正。スティックの左 +1 とそのまま対応するので符号を反転しなくてよい。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入力側（/joy）→ ノード → 出力側（/turtle1/cmd_vel）の順に、どこで止まっているかを切り分ける。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問題1〜4が基本。5・6は発展で、サービスと依存パッケージの追加を扱う。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1〜4 はコールバックの中だけで完結する。5・6 はサービスクライアントを使うので、CMakeLists.txt と package.xml も書き換える。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最初の問題。コメントアウトを外して1行足すだけ。値が0になるのは、スティックを離すと axes が 0 に戻るから。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デッドゾーンは実機でも必須。スティックのドリフトでモーターが勝手に回るのを防ぐ。Serial_Bridge_Host にも DEADZONE_L/R 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三項演算子を初めて見る人向けに if 文で書いてもよいと伝える。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立ち上がり検出は実機でも頻出（機構の ON/OFF、モード切替）。Serial_Bridge_Host の last_option / option_latch がこれ。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サービスは「頼んで、やってもらう」通信。トピックと違い、呼んだときだけ動く。依存の追加は入門05の手順と同じ。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ros2 interface show turtlesim/srv/SetPen で中身を見せる。--- の上がリクエスト、下がレスポンス（今回は空）。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早く終わった人向け。正解はないので、自分で仕様を決めて実装してみる。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今回やったことは実機のホストノードを書くのとほぼ同じ。twist_ を data_ や PacketController に置き換えれば、そのまま機体が動く。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解答例は一例。動けば書き方は自由。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問題1〜4 をまとめた形。static 変数は関数を抜けても値が残るので、前回の状態を覚えておける。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黄色が追加した行。クライアントはメンバ変数に持ち、コンストラクタで作る。async_send_request は結果を待たずに戻る。</a:t>
            </a:r>
          </a:p>
          <a:p>
            <a:r>
              <a:t>static bool last_ps, last_triangle, pen_off の宣言（false で初期化）も問題4と同様に必要。package.xml の turtlesim は exec_depend から depend に変える（同じパッケージを二重に書くとエラーになる）。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554480"/>
            <a:ext cx="9326880" cy="1737360"/>
          </a:xfrm>
        </p:spPr>
        <p:txBody>
          <a:bodyPr anchor="b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turtle_teleop 講習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429000"/>
            <a:ext cx="9326880" cy="1463040"/>
          </a:xfrm>
        </p:spPr>
        <p:txBody>
          <a:bodyPr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PS4 コントローラーで turtlesim を動かす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リポジトリの使い方 ／ ノードの書き換え演習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立命館大学 ロボット技術研究会 RRST NHKプロジェクト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10128"/>
            <a:ext cx="1097280" cy="64008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はじめに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0149840" cy="1325880"/>
          </a:xfrm>
          <a:prstGeom prst="roundRect">
            <a:avLst>
              <a:gd name="adj" fmla="val 8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95097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機体を動かすノードと同じ書き方で、PS4 コントローラーから亀を動かす</a:t>
            </a:r>
          </a:p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実機やマイコンがなくても、PC 1台で「コントローラー入力 → 指令値 → Publish」を練習できます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この講習のゴール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11880"/>
            <a:ext cx="3200400" cy="2057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794760"/>
            <a:ext cx="411480" cy="41148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7764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リポジトリを知る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2834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どこに何があり、どうビルド・更新するのか。メインリポジトリと同じ構造で練習する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611880"/>
            <a:ext cx="3200400" cy="2057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60520" y="3794760"/>
            <a:ext cx="411480" cy="41148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7764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ノードを読む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389120"/>
            <a:ext cx="2834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joy を受け取り、タイマーで Publish する。teleop_tools のホストノードと同じ形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611880"/>
            <a:ext cx="3200400" cy="20574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89519" y="3794760"/>
            <a:ext cx="411480" cy="41148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77647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自分で書き換える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4389120"/>
            <a:ext cx="28346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問題に沿ってコードを足していき、ビルド・実行・確認を自分で回せるようになる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前提：ROS 2 Jazzy 入門 01〜05（ワークスペース・colcon・パッケージ・Pub/Sub C++）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講習の進め方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このリポジトリを雛形として配布します。資料の問題を読んで turtle_teleop のノードを自分で書き換えていきます。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14630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7744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971800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clone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429000"/>
            <a:ext cx="13167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リポジトリを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取得・ビルド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48256" y="320040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2194560"/>
            <a:ext cx="14630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88920" y="237744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971800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問題を読む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3429000"/>
            <a:ext cx="13167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何を入力に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何を変えるか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785615" y="320040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23360" y="2194560"/>
            <a:ext cx="14630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26280" y="237744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971800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書き換え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6512" y="3429000"/>
            <a:ext cx="13167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PS4_Turtle_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Teleop.cpp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22976" y="320040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760720" y="2194560"/>
            <a:ext cx="14630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3640" y="237744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971800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ビルド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3429000"/>
            <a:ext cx="13167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colcon build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60336" y="320040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80" y="2194560"/>
            <a:ext cx="14630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237744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71232" y="2971800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2" y="3429000"/>
            <a:ext cx="13167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launch して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亀を動かす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997696" y="320040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35440" y="2194560"/>
            <a:ext cx="146304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738360" y="237744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2971800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commit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8592" y="3429000"/>
            <a:ext cx="13167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自分の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ブランチへ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3434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問題ごとに 2〜6 を繰り返す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983480"/>
            <a:ext cx="10149840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983480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詰まったら：まず ros2 topic echo で「入力が来ているか」「出力が出ているか」を確かめる（後半のデバッグのスライド参照）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解答例は資料の最後（付録）にあります。まずは自分で書いてみてください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リポジトリを知る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練習用リポジトリとメインリポジトリの構造・使い方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メインリポジトリと練習用リポジトリ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練習用リポジトリはメインリポジトリのフォーク（コピー）です。構造・ビルド方法が同じなので、ここで覚えたことはそのまま本番で使えます。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4572000" cy="31089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メインリポジトリ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RRST-NHK-Project/rrst-ros2-ws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・機体で実際に使っている ROS 2 パッケージとマイコン側プログラム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・大会に向けて開発が進むリポジトリ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・動作確認済みのものだけを main に入れる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2011680"/>
            <a:ext cx="4572000" cy="31089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799" y="21945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練習用リポジトリ（このリポジトリ）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26517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RRST-NHK-Project/rrst-ros2-ws-practice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799" y="315468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・メインのフォーク。共通部品・通信パッケージはそのまま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・機体固有のパッケージは削除済み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・講習用の cpp_pubsub・turtle_teleop を追加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57800" y="3566160"/>
            <a:ext cx="731520" cy="0"/>
          </a:xfrm>
          <a:prstGeom prst="line">
            <a:avLst/>
          </a:prstGeom>
          <a:ln w="31750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0640" y="3154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fork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49240"/>
            <a:ext cx="1014984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練習用で書いたノードを本番で使うときは、メインリポジトリの同じ場所（teleop_tools など）に持っていけば動きます。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ディレクトリ構成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0149840" cy="43251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1371600"/>
                <a:gridCol w="6400800"/>
              </a:tblGrid>
              <a:tr h="3931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ディレクトリ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種類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役割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common/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パッケージ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共通ヘッダ（PacketController・PID など）。各ノードから include して使う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teleop_tools/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パッケージ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コントローラーで機体を動かすホストノード（sb_host・ros2can_host など）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serial_bridge/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サブモジュール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ROS 2 ⇔ マイコンのシリアル通信（旧方式）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ros2can/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サブモジュール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ROS 2 ⇔ CAN 通信（serial_bridge の後継）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ros2can_example/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パッケージ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ros2can を使うノードのサンプル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microcontroller-ws/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サブモジュール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マイコン側（ESP32・STM32・Pico など）のプログラム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cpp_pubsub/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パッケージ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入門 05 の Pub/Sub（C++）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turtle_teleop/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パッケージ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今回の講習で書き換えるパッケージ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docs/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資料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講習資料（この資料もここ）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dockerfile / .github/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環境・CI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Docker イメージと GitHub Actions の自動ビルド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パッケージ名は小文字のスネークケース（例：turtle_teleop）。大文字は使わないこと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サブモジュール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serial_bridge・ros2can・microcontroller-ws は別のリポジトリで開発されていて、このリポジトリからは「どのコミットを使うか」だけを記録しています。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6035040" cy="265176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clone 直後：サブモジュールの中身を取得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submodule update --init --recursive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状態の確認（使っているコミットが出る）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submodule status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git pull したあとも実行しておく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pull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submodule update --init --recursive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057400"/>
            <a:ext cx="3749039" cy="26517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78040" y="21945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よくあるトラブル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697480"/>
            <a:ext cx="33375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・serial_bridge/ が空っぽ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submodule update を忘れている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・ビルドで serial_bridge が見つからない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同上。実行してからビルドし直す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・サブモジュール内を書き換えた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本体ではなく、そのリポジトリ側で直す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149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サブモジュールの中身は、それぞれのリポジトリ（github.com/RRST-NHK-Project/…）で開発されています。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ブランチと自動ビルド（CI）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468880" cy="59436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安定版（動作確認済み）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大会・本番で使うのはこちら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417320"/>
            <a:ext cx="2468880" cy="59436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develop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1488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最新版（開発中）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51460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普段の開発はこちらで行い、確認できたら main 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466344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554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GitHub Actions（.github/workflows）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4251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・push のたびに ros:jazzy でワークスペース全体をビルド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・README のバッジで成功・失敗がわかる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この講習での作業の仕方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6035040" cy="18288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自分用のブランチを作る（yamada は自分の名前に）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switch -c practice/yamada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問題が解けたらコミット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add turtle_teleop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commit -m "問題1 前進・後退"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069080"/>
            <a:ext cx="374903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・main・develop に直接コミットしない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・1つの問題 = 1コミットにすると、戻りやすい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・ビルドが通ってからコミットする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環境構築：clone からビルドまで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309360" cy="43434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1. ワークスペースを作る（作成済みなら不要）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mkdir -p ~/ros2_ws/src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2. src の中に clone（末尾の「.」に注意）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cd ~/ros2_ws/src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clone &lt;練習用リポジトリのURL&gt; .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git submodule update --init --recursive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3. 必要なパッケージ（初回のみ）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sudo apt install ros-jazzy-joy ros-jazzy-turtlesim figlet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4. ビルド（ワークスペース直下で）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cd ~/ros2_ws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colcon build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source install/setup.bash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371600"/>
            <a:ext cx="3474720" cy="4343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0" y="1508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965960"/>
            <a:ext cx="30632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・clone 先は src の中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src/common/ や src/turtle_teleop/ になる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・1パッケージだけビルド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--packages-select 名前 を付ける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・ターミナルを開くたびに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source install/setup.bash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・ビルドが固まる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--parallel-workers 2 で並列数を減らす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URL は GitHub のリポジトリページの「Code」ボタンからコピーする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実機の制御と今回の演習の対応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実機の機体も今回の演習も、流れは同じです。自分で書くのは真ん中のノードの中身だけ。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実機（メインリポジトリ）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PS4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コントローラー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48256" y="278892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233172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joy_node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joy パッケージ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85615" y="278892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23360" y="2468879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/joy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22976" y="278892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60720" y="233172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sb_host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teleop_tools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60336" y="278892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98080" y="2468879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/serial_tx_1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97696" y="278892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35440" y="2331720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マイコン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serial_bridge 経由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5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今回の演習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77639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PS4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コントローラー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48256" y="443484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286000" y="3977639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joy_node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joy パッケージ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85615" y="443484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023360" y="41148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/joy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22976" y="443484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60720" y="3977639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ps4_turtle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turtle_teleop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60336" y="443484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98080" y="4114800"/>
            <a:ext cx="14630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/turtle1/cmd_vel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97696" y="4434840"/>
            <a:ext cx="201168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35440" y="3977639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turtlesim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亀の画面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257800"/>
            <a:ext cx="1014984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5780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sb_host は配列 </a:t>
            </a: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data_</a:t>
            </a: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 を、ps4_turtle は速度 </a:t>
            </a: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twist_</a:t>
            </a: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 を書き換えて、タイマーで一定周期 Publish する。書き方は全く同じです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turtle_teleop を読む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配布したパッケージの構成と、ノードの仕組み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turtle_teleop パッケージの構成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206240" cy="242316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turtle_teleop/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├── CMakeLists.txt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├── package.xml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├── launch/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│   └── ps4_turtle.launch.py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└── src/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└── PS4_Turtle_Teleop.cpp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0" y="1371600"/>
          <a:ext cx="5577840" cy="2423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200400"/>
              </a:tblGrid>
              <a:tr h="48463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ファイル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役割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PS4_Turtle_Teleop.cpp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ノード本体（ここを書き換える）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ps4_turtle.launch.py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3つのノードをまとめて起動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CMakeLists.txt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実行ファイル ps4_turtle を作る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package.xml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依存パッケージを書く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0690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launch で起動される 3 つのノード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joy_node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パッケージ：joy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コントローラーの入力を /joy に Publish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457200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turtlesim_node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0292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パッケージ：turtlesim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亀の画面。/turtle1/cmd_vel で動く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4572000"/>
            <a:ext cx="3200400" cy="1280160"/>
          </a:xfrm>
          <a:prstGeom prst="roundRect">
            <a:avLst>
              <a:gd name="adj" fmla="val 8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MS Gothic"/>
                <a:ea typeface="MS Gothic"/>
                <a:cs typeface="MS Gothic"/>
              </a:rPr>
              <a:t>ps4_turtle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0292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パッケージ：turtle_teleop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/joy を受けて /turtle1/cmd_vel を出す（自作）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まずは起動してみる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219456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PS4 コントローラーを USB で接続しておく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cd ~/ros2_ws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colcon build --packages-select turtle_teleop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source install/setup.bash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ros2 launch turtle_teleop ps4_turtle.launch.py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37160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8040" y="1508760"/>
            <a:ext cx="32918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亀が動かない？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それで正常です。配布状態のノードは速度 0 を送り続けているだけ。これから自分で書き足していきます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起動できたか確認する（別のターミナルで）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343400"/>
          <a:ext cx="1014984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コマンド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確認できること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ros2 node list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/joy_node・/turtlesim・/ps4_turtle_teleop の 3 つがある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ros2 topic echo /joy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スティックを倒すと axes の値が変わる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ros2 topic echo /turtle1/cmd_vel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0 が 20ms ごとに流れている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080760"/>
            <a:ext cx="10149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ビルド時の「unused parameter ‘msg’」の warning は、問題1で msg を使うと消えます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/joy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06040" y="1920240"/>
            <a:ext cx="548640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1371600"/>
            <a:ext cx="3291840" cy="109728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Gothic"/>
                <a:ea typeface="MS Gothic"/>
                <a:cs typeface="MS Gothic"/>
              </a:rPr>
              <a:t>ps4_listener_callback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入力が来るたびに呼ばれる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37960" y="1920240"/>
            <a:ext cx="548640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132320" y="137160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twist_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メンバ変数（速度指令）を書き換える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915400" y="2514600"/>
            <a:ext cx="0" cy="45720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0" y="3017520"/>
            <a:ext cx="356616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publisher_timer_callback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20ms ごとに twist_ を Publish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537960" y="3566160"/>
            <a:ext cx="548640" cy="0"/>
          </a:xfrm>
          <a:prstGeom prst="line">
            <a:avLst/>
          </a:prstGeom>
          <a:ln w="2540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0" y="320040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/turtle1/cmd_vel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自分で書くのは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赤いコールバックの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中身だけ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34840"/>
            <a:ext cx="6583680" cy="178308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void ps4_listener_callback(const sensor_msgs::msg::Joy::SharedPtr msg) {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    // コントローラーの入力を取得、使う入力のコメントアウトを外す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    // float LS_Y = msg-&gt;axes[1];  // 上: +1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    // 以降、twist_を操作する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434840"/>
            <a:ext cx="32918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・使う入力のコメントアウトを外す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・twist_ に値を入れる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・Publish は書かなくてよい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PS4 コントローラーの割り当て（joy_node）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4800600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1828800"/>
                <a:gridCol w="1691640"/>
              </a:tblGrid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axes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入力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値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axes[0]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左スティック 左右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左 +1 〜 右 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axes[1]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左スティック 上下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上 +1 〜 下 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axes[2]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L2（アナログ）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離す +1 〜 押す 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axes[3]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右スティック 左右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左 +1 〜 右 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axes[4]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右スティック 上下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上 +1 〜 下 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axes[5]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R2（アナログ）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離す +1 〜 押す 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axes[6]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十字キー 左右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左 +1 / 右 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axes[7]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十字キー 上下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上 +1 / 下 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23560" y="1325880"/>
          <a:ext cx="5074920" cy="3218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1097280"/>
                <a:gridCol w="1463040"/>
                <a:gridCol w="1097280"/>
              </a:tblGrid>
              <a:tr h="4023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buttons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入力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buttons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入力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buttons[0]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buttons[7]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○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buttons[8]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buttons[2]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buttons[9]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OPTIONS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buttons[3]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buttons[10]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buttons[4]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L1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buttons[11]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L3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buttons[5]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buttons[12]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buttons[6]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L2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257800"/>
            <a:ext cx="10149840" cy="9144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ボタンは押している間だけ 1、離すと 0。スティックは倒し具合に応じて -1.0 〜 +1.0 の小数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番号が違う気がしたら ros2 topic echo /joy を見ながら押して確かめる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速度指令 Twist と亀の動き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6035040" cy="1828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21945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メンバ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意味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単位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twist_.linear.x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前進(+)・後退(-)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m/s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twist_.angular.z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左旋回(+)・右旋回(-)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rad/s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その他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turtlesim では使わない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-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429000"/>
            <a:ext cx="6035040" cy="13716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例：前に 1.0 m/s 進みながら左に回る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twist_.linear.x = 1.0;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twist_.angular.z = 0.5;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371600"/>
            <a:ext cx="3749039" cy="3429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58200" y="2788920"/>
            <a:ext cx="731520" cy="73152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9235440" y="3154680"/>
            <a:ext cx="1005840" cy="0"/>
          </a:xfrm>
          <a:prstGeom prst="line">
            <a:avLst/>
          </a:prstGeom>
          <a:ln w="38100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281160" y="329184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linear.x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+ 前進</a:t>
            </a:r>
          </a:p>
        </p:txBody>
      </p:sp>
      <p:sp>
        <p:nvSpPr>
          <p:cNvPr id="10" name="Circular Arrow 9"/>
          <p:cNvSpPr/>
          <p:nvPr/>
        </p:nvSpPr>
        <p:spPr>
          <a:xfrm>
            <a:off x="8229600" y="1828800"/>
            <a:ext cx="1188720" cy="914400"/>
          </a:xfrm>
          <a:prstGeom prst="circularArrow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15544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angular.z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+ 左回り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977639"/>
            <a:ext cx="3291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画面の亀は頭の向きに進む。横方向（linear.y）には動かない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120640"/>
            <a:ext cx="1014984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96926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最大速度は </a:t>
            </a: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MAX_LINEAR</a:t>
            </a: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 ・ </a:t>
            </a: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MAX_ANGULAR</a:t>
            </a: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（どちらも 2.0）を使う。スティックの値（-1〜1）に掛ければ速度になる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動かないときの調べ方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入力 → ノード → 出力 の順に、どこで止まっているかを1つずつ確かめます。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10149840" cy="8686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093976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19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入力は来ている？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74519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ros2 topic echo /joy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74519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スティックで axes が変わる。変わらない → 接続・joy_node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98648"/>
            <a:ext cx="10149840" cy="8686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118104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98648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ノードは動いている？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898648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RCLCPP_INFO(...)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98648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コールバック内で値を表示。出ない → ノード名・トピック名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22776"/>
            <a:ext cx="10149840" cy="8686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42232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22776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出力は出ている？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922776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ros2 topic echo /turtle1/cmd_vel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922776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値が 0 のまま → 計算・代入の間違い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46904"/>
            <a:ext cx="10149840" cy="8686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166360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946904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つながっている？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946904"/>
            <a:ext cx="32918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rqt_graph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946904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ノードとトピックの線を図で確認できる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3504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ノードを書き換えたら、必ずビルドし直して launch し直す（source も忘れずに）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PS4_Turtle_Teleop.cpp を書き換えて、亀を操縦できるようにする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問題一覧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18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前進・後退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左スティック上下で前後に動かす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28072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4173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161848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1618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旋回とデッドゾーン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19456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右スティック左右で回る。小さな傾きは無視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28072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4173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19" y="161848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6184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ブースト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19456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R1 を押している間だけ速くする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59" y="28072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675887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67588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低速モード切替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59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○を押すたびに低速モードを ON/OFF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360" y="48646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34747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60520" y="3675887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79" y="367588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リセット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251959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PS ボタンで亀を初期位置に戻す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48646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発展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347472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9519" y="3675887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67588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ペンの ON/OFF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4251959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△で軌跡を描く・描かないを切り替え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59" y="486460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発展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623560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書き換えるのは turtle_teleop/src/PS4_Turtle_Teleop.cpp の「以降、twist_を操作する」から「twist_の操作ここまで」の間（5・6 は他の場所も）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問題1　前進・後退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48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149840" cy="1005840"/>
          </a:xfrm>
          <a:prstGeom prst="roundRect">
            <a:avLst>
              <a:gd name="adj" fmla="val 1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左スティックを上に倒すと亀が前進、下に倒すと後退するようにしなさい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・左スティック上下は axes[1]（上 +1、下 -1）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・LS_Y のコメントアウトを外して使う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・前後の速度は twist_.linear.x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・スティックの値に MAX_LINEAR を掛けると、最大 2.0 m/s になる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560320"/>
            <a:ext cx="4937760" cy="201168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コメントアウトを外す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float LS_Y = msg-&gt;axes[1];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以降、twist_を操作する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twist_.linear.x = ???;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1014984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5321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 topic echo /turtle1/cmd_vel で、上に倒すと linear.x が +2.0、下で -2.0、離すと 0 になる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問題2　旋回とデッドゾーン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48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149840" cy="1005840"/>
          </a:xfrm>
          <a:prstGeom prst="roundRect">
            <a:avLst>
              <a:gd name="adj" fmla="val 1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右スティックを左右に倒すと亀が回転するようにしなさい。さらに、傾きが小さいときは 0 とみなしなさい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・右スティック左右は axes[3]（左 +1）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angular.z も左回りが +。符号はそのままでよい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・デッドゾーン：|値| が DEADZONE_R 未満なら 0 にする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スティックは離しても完全に 0 にならず、亀がじわじわ動くことがある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・絶対値は std::fabs()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左スティックにも DEADZONE_L で同じ処理をする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560320"/>
            <a:ext cx="4937760" cy="201168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if (std::fabs(RS_X) &lt; DEADZONE_R)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RS_X = 0.0;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twist_.angular.z = ???;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1014984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5321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右スティックで左右に回る。スティックを少しだけ傾けても亀が動かない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問題3　ブースト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48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149840" cy="1005840"/>
          </a:xfrm>
          <a:prstGeom prst="roundRect">
            <a:avLst>
              <a:gd name="adj" fmla="val 1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R1 を押している間だけ、前進・旋回の速さが 2 倍になるようにしなさい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1498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・R1 は buttons[5]（押している間 1）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bool R1 のコメントアウトを外す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・倍率を変数にすると後で楽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double scale = R1 ? 2.0 : 1.0;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・linear.x と angular.z の両方に掛ける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532120"/>
            <a:ext cx="1014984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55321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R1 を押しながら左スティックを上に倒すと linear.x が 4.0 になる。離すと 2.0 に戻る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問題4　低速モード切替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48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149840" cy="1005840"/>
          </a:xfrm>
          <a:prstGeom prst="roundRect">
            <a:avLst>
              <a:gd name="adj" fmla="val 1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○ボタンを押すたびに「低速モード（速さ 0.3 倍）」の ON/OFF が切り替わるようにしなさい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・「押している間」ではなく「押した瞬間」に1回だけ切り替える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コールバックは入力のたびに呼ばれるので、そのまま反転すると何度も切り替わる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・前回の状態を static 変数で覚えておく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今回 1 かつ 前回 0 のときだけ切り替える（立ち上がり検出）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・問題3のブーストと組み合わせてよい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低速 + ブーストで 0.6 倍など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560320"/>
            <a:ext cx="4937760" cy="283464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static bool last_circle = false;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static bool slow_mode = false;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押した瞬間だけ true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if (CIRCLE &amp;&amp; !last_circle)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slow_mode = !slow_mode;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last_circle = CIRCLE;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1014984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5321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○を1回押すと RCLCPP_INFO で ON、もう1回で OFF と表示される。ON の間は亀が遅い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問題5　リセット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48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発展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149840" cy="1005840"/>
          </a:xfrm>
          <a:prstGeom prst="roundRect">
            <a:avLst>
              <a:gd name="adj" fmla="val 1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PS ボタンを押すと、亀が画面の中央に戻り、描いた線も消えるようにしなさい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・turtlesim の /reset サービスを呼ぶ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型は std_srvs/srv/Empty（中身のないリクエスト）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・create_client で クライアントを作る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async_send_request で送る（結果は待たなくてよい）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・依存パッケージ std_srvs を追加する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include・CMakeLists.txt・package.xml の3か所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・押した瞬間だけ呼ぶ（問題4と同じ）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560320"/>
            <a:ext cx="4937760" cy="283464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#include "std_srvs/srv/empty.hpp"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コンストラクタ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reset_client_ = this-&gt;create_client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&lt;std_srvs::srv::Empty&gt;("reset");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コールバック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auto req = std::make_shared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&lt;std_srvs::srv::Empty::Request&gt;();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reset_client_-&gt;async_send_request(req);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1014984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5321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PS ボタンで亀が中央に戻る。ターミナルから ros2 service call /reset std_srvs/srv/Empty でも同じ動きになる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問題6　ペンの ON/OFF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48640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発展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149840" cy="1005840"/>
          </a:xfrm>
          <a:prstGeom prst="roundRect">
            <a:avLst>
              <a:gd name="adj" fmla="val 10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△ボタンを押すたびに、亀が軌跡を描く・描かないが切り替わるようにしなさい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・/turtle1/set_pen サービス（turtlesim/srv/SetPen）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r, g, b, width, off を指定する。off = 1 で描かない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・依存パッケージ turtlesim を追加する</a:t>
            </a:r>
          </a:p>
          <a:p>
            <a:pPr algn="l">
              <a:spcAft>
                <a:spcPts val="7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package.xml の exec_depend は depend に書き換える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・サービスの型は ros2 interface show で調べられる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・色や太さも好きに変えてよい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2560320"/>
            <a:ext cx="4937760" cy="237744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$ ros2 interface show turtlesim/srv/SetPen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uint8 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uint8 g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uint8 b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uint8 width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uint8 off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---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532120"/>
            <a:ext cx="10149840" cy="6858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8229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532120"/>
            <a:ext cx="8778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△を押すと線が消えた状態で動き、もう一度押すとまた線が描かれる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自由課題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早く終わった人向け。仕様は自分で決めて OK です。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4983480" cy="1554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075688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十字キーで定速移動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十字キー上で 1.0 m/s 前進。スティックとどちらを優先するか決める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74519"/>
            <a:ext cx="4983480" cy="1554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16168" y="2075688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L2・R2 でアクセル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6517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アナログトリガー axes[2]/[5] の押し込み量で速度を変える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4983480" cy="1554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3858768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04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亀を増やす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/spawn サービス（turtlesim/srv/Spawn）で□を押すと亀が増える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657600"/>
            <a:ext cx="4983480" cy="15544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16168" y="3858768"/>
            <a:ext cx="438912" cy="438912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404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壁で止める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3484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/turtle1/pose を Subscribe して、画面の端に近づいたら止める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32120"/>
            <a:ext cx="10149840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96926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壁で止めるのは、実機でいう「センサ値（serial_rx）を見て動きを変える」と同じ考え方です。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まとめ：実機のノードへ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149840" cy="27432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今回（turtle_teleop）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実機（teleop_tools）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書き換える変数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twist_（Twist）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data_ / PacketController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Publish 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/turtle1/cmd_vel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/serial_tx_[ID]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入力の取り方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msg-&gt;axes / buttons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同じ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デッドゾーン・立ち上がり検出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問題2・4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同じ書き方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周期送信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タイマー 20ms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タイマー 20ms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43400"/>
            <a:ext cx="5669280" cy="141732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実機：左スティックで MD1 を回す（例）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ctrlPkt.setMD(MD1, LS_Y * 255);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あとはタイマーで serial_tx に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4343400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・次の資料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serial_bridge 講習 / ros2can 講習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・実機のノード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　→ teleop_tools/src/Serial_Bridge_Host.cpp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解答例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問題1〜6 の解答例（まずは自分で解いてから見ること）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付録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解答例：問題1〜4（コールバック）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493776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float LS_Y = msg-&gt;axes[1];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float RS_X = msg-&gt;axes[3];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bool CIRCLE = msg-&gt;buttons[1];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bool R1 = msg-&gt;buttons[5];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static bool last_circle = false;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static bool slow_mode = false;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問題2：デッドゾーン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if (std::fabs(LS_Y) &lt; DEADZONE_L) LS_Y = 0.0;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if (std::fabs(RS_X) &lt; DEADZONE_R) RS_X = 0.0;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問題4：押した瞬間だけ切り替え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if (CIRCLE &amp;&amp; !last_circle) {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slow_mode = !slow_mode;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RCLCPP_INFO(get_logger(), "slow_mode: %s",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            slow_mode ? "ON" : "OFF");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last_circle = CIRCLE;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4389120" cy="233172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問題3：ブースト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double scale = R1 ? 2.0 : 1.0;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if (slow_mode) {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scale *= 0.3;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問題1・2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twist_.linear.x  = LS_Y * MAX_LINEAR  * scale;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twist_.angular.z = RS_X * MAX_ANGULAR * scale;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840480"/>
            <a:ext cx="4389120" cy="23774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3977639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4389120"/>
            <a:ext cx="3977639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・倍率は最後にまとめて掛ける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・デッドゾーンは速度を計算する前に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・last_circle の更新は if の外（毎回）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0149840" cy="82296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解答例：問題5・6（サービスクライアント）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turtle_teleop 講習   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760720" cy="493776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#include "std_srvs/srv/empty.hpp"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#include "turtlesim/srv/set_pen.hpp"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コンストラクタ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reset_client_ = this-&gt;create_client&lt;std_srvs::srv::Empty&gt;("reset");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pen_client_ = this-&gt;create_client&lt;turtlesim::srv::SetPen&gt;(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"turtle1/set_pen");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コールバック（PS = buttons[10], TRIANGLE = buttons[2]）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if (PS &amp;&amp; !last_ps) {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auto req = std::make_shared&lt;std_srvs::srv::Empty::Request&gt;();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reset_client_-&gt;async_send_request(req);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last_ps = PS;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if (TRIANGLE &amp;&amp; !last_triangle) {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pen_off = !pen_off;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auto req = std::make_shared&lt;turtlesim::srv::SetPen::Request&gt;();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req-&gt;r = 255; req-&gt;g = 255; req-&gt;b = 255;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req-&gt;width = 3; req-&gt;off = pen_off;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pen_client_-&gt;async_send_request(req);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last_triangle = TRIANGLE;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280160"/>
            <a:ext cx="4114800" cy="16002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メンバ変数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rclcpp::Client&lt;std_srvs::srv::Empty&gt;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::SharedPtr reset_client_;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rclcpp::Client&lt;turtlesim::srv::SetPen&gt;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  ::SharedPtr pen_client_;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306324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CMakeLists.txt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find_package(std_srvs REQUIRED)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find_package(turtlesim REQUIRED)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ament_target_dependencies(ps4_turtle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rclcpp sensor_msgs geometry_msgs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  std_srvs turtlesim)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5074920"/>
            <a:ext cx="4114800" cy="1143000"/>
          </a:xfrm>
          <a:prstGeom prst="roundRect">
            <a:avLst>
              <a:gd name="adj" fmla="val 3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&lt;!-- package.xml（exec_depend の turtlesim は消す） --&gt;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&lt;depend&gt;std_srvs&lt;/depend&gt;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FFD966"/>
                </a:solidFill>
                <a:latin typeface="MS Gothic"/>
                <a:ea typeface="MS Gothic"/>
                <a:cs typeface="MS Gothic"/>
              </a:rPr>
              <a:t>&lt;depend&gt;turtlesim&lt;/depend&gt;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