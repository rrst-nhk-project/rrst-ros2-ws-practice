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7d8047b2-f231-9c6d-093a-bc70b4f50e85}">
          <p14:sldIdLst>
            <p14:sldId id="256"/>
            <p14:sldId id="257"/>
            <p14:sldId id="258"/>
          </p14:sldIdLst>
        </p14:section>
        <p14:section name="セットアップ" id="{cc257384-2160-b1a9-7cec-81cb16c79fac}">
          <p14:sldIdLst>
            <p14:sldId id="259"/>
            <p14:sldId id="260"/>
            <p14:sldId id="261"/>
          </p14:sldIdLst>
        </p14:section>
        <p14:section name="使い方" id="{a6a01064-9ebc-44f1-3a2f-28ef2ab0906a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PS4 コントローラーが手元になくても、キーボードで joy_node に PS4 として認識される仮想デバイスを作れる。turtle_teleop 講習の演習を PC 1台で進めるための補助資料。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ポイントは OS の入力デバイスとして見せること。/joy を直接 publish するツールもあるが、それだと joy_node を通らないので本番の構成と変わってしまう。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joy_node は SDL2 経由でデバイスを探す。だから ROS 側で何かするのではなく、OS に仮想デバイスを作る必要がある。uinput はカーネルの仕組みで、/dev/uinput に書き込める権限（root）が要る。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python3-evdev は apt で入れる。sudo python3 で実行するので、ユーザーの pip 環境に入れても見えない。virtual_ps4 はサブモジュールで、ROS パッケージではないのでビルド対象外。colcon build は turtle_teleop の C++ ノードのため。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ターミナル1で仮想パッドを起動したまま、ターミナル2で launch する。joy_node は後から挿したデバイスも拾うが、先に起動しておくほうが確実。joy_enumerate_devices で GamePad true と表示されれば joy_node から見えている。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番号は実機の DS4 を joy_node で読んだときと同じ。キーボードはデジタルなので、スティックは 0 か ±1 の三値になる。中間の値を試したいときは左 Shift を押しながら操作する。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左が +、上が + になるのは joy_node の仕様で、実機と同じ。L2・R2 の軸が離した状態で 1.0 なのも実機どおり。値が変わらないときは次のスライドを確認。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一番多いのはフォーカスの問題。キーボードを全体から読む仕組みなので、エディタにフォーカスがあると W や S がコードに入力されてしまう。操作するときは turtlesim のウィンドウなど、文字が入らない場所をクリックしておく。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280160" cy="35661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4D4D4D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仮想PS4コントローラー セットアップ</a:t>
            </a:r>
            <a:endParaRPr lang="en-US" sz="9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914400" cy="25603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274320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352044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D4D4D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仮想PS4コントローラー セットアップ</a:t>
            </a:r>
            <a:endParaRPr lang="en-US" sz="9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914400" cy="25603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103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仮想PS4コントローラー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D4D4D"/>
                </a:solidFill>
              </a:rPr>
              <a:t>実機なしで joy_node に認識させる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</a:rPr>
              <a:t>セットアップと使い方 ／ turtle_teleop 講習の補助資料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立命館大学 ロボット技術研究会 RRST NHKプロジェクト</a:t>
            </a:r>
            <a:endParaRPr lang="en-US" sz="1100" dirty="0"/>
          </a:p>
        </p:txBody>
      </p:sp>
      <p:sp>
        <p:nvSpPr>
          <p:cNvPr id="6" name="flow panel"/>
          <p:cNvSpPr/>
          <p:nvPr/>
        </p:nvSpPr>
        <p:spPr>
          <a:xfrm>
            <a:off x="7589520" y="822960"/>
            <a:ext cx="4023360" cy="521208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114300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28" y="12984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78240" y="1179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キーボード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WASD・矢印など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75320" y="1801368"/>
            <a:ext cx="0" cy="54864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955280" y="2359152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25146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778240" y="2395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virtual_ps4.py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2706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仮想パッドを作る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75320" y="3017520"/>
            <a:ext cx="0" cy="54864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7955280" y="3575304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373075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782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joy_node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778240" y="3922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実機と同じに見える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275320" y="4233672"/>
            <a:ext cx="0" cy="54864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955280" y="4791456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494690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778240" y="4828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turtlesim の亀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77824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ps4_turtle で操作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何ができるか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キーボード入力を「本物のゲームパッド」として OS に見せる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ROS のトピックに直接流すのではなく入力デバイスを作るので、joy_node から先は実機とまったく同じ経路を通ります</a:t>
            </a:r>
            <a:endParaRPr lang="en-US" sz="1300" dirty="0"/>
          </a:p>
        </p:txBody>
      </p:sp>
      <p:sp>
        <p:nvSpPr>
          <p:cNvPr id="5" name="card 1"/>
          <p:cNvSpPr/>
          <p:nvPr/>
        </p:nvSpPr>
        <p:spPr>
          <a:xfrm>
            <a:off x="548640" y="224028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実機と同じ番号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D4D4D"/>
                </a:solidFill>
              </a:rPr>
              <a:t>軸・ボタンの並びを DS4 に合わせてある。axes[1] が左スティック上下、buttons[1] が ○ など</a:t>
            </a:r>
            <a:endParaRPr lang="en-US" sz="1300" dirty="0"/>
          </a:p>
        </p:txBody>
      </p:sp>
      <p:sp>
        <p:nvSpPr>
          <p:cNvPr id="10" name="card 2"/>
          <p:cNvSpPr/>
          <p:nvPr/>
        </p:nvSpPr>
        <p:spPr>
          <a:xfrm>
            <a:off x="4325112" y="224028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5146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コードはそのまま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1546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D4D4D"/>
                </a:solidFill>
              </a:rPr>
              <a:t>PS4_Turtle_Teleop.cpp も launch ファイルも変更不要。実機に差し替えてもそのまま動く</a:t>
            </a:r>
            <a:endParaRPr lang="en-US" sz="1300" dirty="0"/>
          </a:p>
        </p:txBody>
      </p:sp>
      <p:sp>
        <p:nvSpPr>
          <p:cNvPr id="15" name="card 3"/>
          <p:cNvSpPr/>
          <p:nvPr/>
        </p:nvSpPr>
        <p:spPr>
          <a:xfrm>
            <a:off x="8101584" y="224028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5904" y="251460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590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PC 1台で練習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31546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D4D4D"/>
                </a:solidFill>
              </a:rPr>
              <a:t>コントローラーの貸し出しや Bluetooth の接続を待たずに、演習の書き換え・確認を回せる</a:t>
            </a:r>
            <a:endParaRPr lang="en-US" sz="1300" dirty="0"/>
          </a:p>
        </p:txBody>
      </p:sp>
      <p:sp>
        <p:nvSpPr>
          <p:cNvPr id="20" name="note"/>
          <p:cNvSpPr/>
          <p:nvPr/>
        </p:nvSpPr>
        <p:spPr>
          <a:xfrm>
            <a:off x="548640" y="49834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111496"/>
            <a:ext cx="246888" cy="24688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97280" y="4983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前提　ROS 2 Jazzy がインストール済みの Ubuntu（実機の PC）。turtle_teleop 講習の環境構築まで終わっていること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仕組み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</a:rPr>
              <a:t>virtual_ps4.py が uinput で仮想デバイスを作り、joy_node（SDL2）がそれを PS4 として開きます</a:t>
            </a:r>
            <a:endParaRPr lang="en-US" sz="1500" dirty="0"/>
          </a:p>
        </p:txBody>
      </p:sp>
      <p:sp>
        <p:nvSpPr>
          <p:cNvPr id="4" name="node キーボード"/>
          <p:cNvSpPr/>
          <p:nvPr/>
        </p:nvSpPr>
        <p:spPr>
          <a:xfrm>
            <a:off x="548640" y="210312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キーボード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/dev/input/event*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2578608"/>
            <a:ext cx="28346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node virtual_ps4.py"/>
          <p:cNvSpPr/>
          <p:nvPr/>
        </p:nvSpPr>
        <p:spPr>
          <a:xfrm>
            <a:off x="2459736" y="210312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59736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virtual_ps4.py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59736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9D9"/>
                </a:solidFill>
              </a:rPr>
              <a:t>evdev で読む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9936" y="2578608"/>
            <a:ext cx="28346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node 仮想パッド"/>
          <p:cNvSpPr/>
          <p:nvPr/>
        </p:nvSpPr>
        <p:spPr>
          <a:xfrm>
            <a:off x="4370832" y="210312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仮想パッド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uinput → eventN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71032" y="2578608"/>
            <a:ext cx="28346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node joy_node"/>
          <p:cNvSpPr/>
          <p:nvPr/>
        </p:nvSpPr>
        <p:spPr>
          <a:xfrm>
            <a:off x="6281928" y="210312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joy_node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joy パッケージ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82128" y="2578608"/>
            <a:ext cx="28346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node ps4_turtle"/>
          <p:cNvSpPr/>
          <p:nvPr/>
        </p:nvSpPr>
        <p:spPr>
          <a:xfrm>
            <a:off x="8193024" y="210312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3024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ps4_turtle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4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turtle_teleop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93224" y="2578608"/>
            <a:ext cx="28346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node turtlesim"/>
          <p:cNvSpPr/>
          <p:nvPr/>
        </p:nvSpPr>
        <p:spPr>
          <a:xfrm>
            <a:off x="10104120" y="210312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04120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turtlesim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04120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亀の画面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801368" y="31546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キー入力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712464" y="31546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書き込み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31546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SDL2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31546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/joy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445752" y="31546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/cmd_vel</a:t>
            </a:r>
            <a:endParaRPr lang="en-US" sz="1000" dirty="0"/>
          </a:p>
        </p:txBody>
      </p:sp>
      <p:sp>
        <p:nvSpPr>
          <p:cNvPr id="32" name="range 今回追加した部分（sudo で実行）"/>
          <p:cNvSpPr/>
          <p:nvPr/>
        </p:nvSpPr>
        <p:spPr>
          <a:xfrm>
            <a:off x="548640" y="365760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今回追加した部分（sudo で実行）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D4D4D"/>
                </a:solidFill>
              </a:rPr>
              <a:t>キーの押下・解放を読み、スティック・ボタンの値にして仮想パッドへ書き込む</a:t>
            </a:r>
            <a:endParaRPr lang="en-US" sz="1250" dirty="0"/>
          </a:p>
        </p:txBody>
      </p:sp>
      <p:sp>
        <p:nvSpPr>
          <p:cNvPr id="35" name="range ここから先は実機と同じ"/>
          <p:cNvSpPr/>
          <p:nvPr/>
        </p:nvSpPr>
        <p:spPr>
          <a:xfrm>
            <a:off x="6071616" y="3657600"/>
            <a:ext cx="5568696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45936" y="379476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ここから先は実機と同じ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45936" y="4160520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D4D4D"/>
                </a:solidFill>
              </a:rPr>
              <a:t>joy_node は実機の DS4 と区別しない。演習で書くノードもそのまま</a:t>
            </a:r>
            <a:endParaRPr lang="en-US" sz="1250" dirty="0"/>
          </a:p>
        </p:txBody>
      </p:sp>
      <p:sp>
        <p:nvSpPr>
          <p:cNvPr id="38" name="note"/>
          <p:cNvSpPr/>
          <p:nvPr/>
        </p:nvSpPr>
        <p:spPr>
          <a:xfrm>
            <a:off x="548640" y="51663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94376"/>
            <a:ext cx="246888" cy="246888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097280" y="5166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joy_node は「OS から見えるゲームパッド」しか開けません。仮想デバイスを作るのはそのためです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22960" y="2743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セットアップ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</a:rPr>
              <a:t>インストールから起動・動作確認まで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778240" y="2240280"/>
            <a:ext cx="2011680" cy="201168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834640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インストール（初回のみ）</a:t>
            </a:r>
            <a:endParaRPr lang="en-US" sz="2600" dirty="0"/>
          </a:p>
        </p:txBody>
      </p:sp>
      <p:sp>
        <p:nvSpPr>
          <p:cNvPr id="3" name="install code"/>
          <p:cNvSpPr/>
          <p:nvPr/>
        </p:nvSpPr>
        <p:spPr>
          <a:xfrm>
            <a:off x="548640" y="114300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1A1A1A"/>
          </a:solidFill>
          <a:ln/>
        </p:spPr>
      </p:sp>
      <p:sp>
        <p:nvSpPr>
          <p:cNvPr id="4" name="install code text"/>
          <p:cNvSpPr txBox="1"/>
          <p:nvPr/>
        </p:nvSpPr>
        <p:spPr>
          <a:xfrm>
            <a:off x="777240" y="1325880"/>
            <a:ext cx="6492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1. 仮想デバイスを作るライブラリ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sudo apt install python3-evdev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2. joy・turtlesim（講習の環境構築で入れていれば不要）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sudo apt install ros-jazzy-joy ros-jazzy-turtlesim figlet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3. リポジトリとサブモジュールを最新にしてビルド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cd ~/ros2_ws/src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git pull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git submodule update --init --recursive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cd ~/ros2_ws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colcon build --packages-select turtle_teleop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ポイント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1645920"/>
            <a:ext cx="548640" cy="54864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541" y="17666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スクリプトの場所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virtual_ps4/virtual_ps4.py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2834640"/>
            <a:ext cx="548640" cy="54864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1" y="29553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ビルドは不要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</a:rPr>
              <a:t>Python スクリプトを直接実行する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4023360"/>
            <a:ext cx="548640" cy="54864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1" y="41440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95360" y="4041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sudo が必要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59536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</a:rPr>
              <a:t>/dev/uinput は root しか書き込めない</a:t>
            </a:r>
            <a:endParaRPr lang="en-US" sz="1200" dirty="0"/>
          </a:p>
        </p:txBody>
      </p:sp>
      <p:sp>
        <p:nvSpPr>
          <p:cNvPr id="18" name="note"/>
          <p:cNvSpPr/>
          <p:nvPr/>
        </p:nvSpPr>
        <p:spPr>
          <a:xfrm>
            <a:off x="548640" y="55778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0585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0" y="5577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pip install evdev ではなく apt で入れる（sudo で動かすので、システムの Python に入っている必要がある）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起動する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</a:rPr>
              <a:t>ターミナルを 2 つ使います。仮想パッドを先に起動しておくと確実です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仮想パッド</a:t>
            </a:r>
            <a:endParaRPr lang="en-US" sz="1600" dirty="0"/>
          </a:p>
        </p:txBody>
      </p:sp>
      <p:sp>
        <p:nvSpPr>
          <p:cNvPr id="7" name="terminal 1"/>
          <p:cNvSpPr/>
          <p:nvPr/>
        </p:nvSpPr>
        <p:spPr>
          <a:xfrm>
            <a:off x="548640" y="23317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A1A1A"/>
          </a:solidFill>
          <a:ln/>
        </p:spPr>
      </p:sp>
      <p:sp>
        <p:nvSpPr>
          <p:cNvPr id="8" name="terminal 1 text"/>
          <p:cNvSpPr txBox="1"/>
          <p:nvPr/>
        </p:nvSpPr>
        <p:spPr>
          <a:xfrm>
            <a:off x="777240" y="251460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cd ~/ros2_ws/src/virtual_ps4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sudo python3 virtual_ps4.py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'Virtual PS4 Controller' を作成しました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終了は Ctrl+C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4535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turtle_teleop</a:t>
            </a:r>
            <a:endParaRPr lang="en-US" sz="1600" dirty="0"/>
          </a:p>
        </p:txBody>
      </p:sp>
      <p:sp>
        <p:nvSpPr>
          <p:cNvPr id="12" name="terminal 2"/>
          <p:cNvSpPr/>
          <p:nvPr/>
        </p:nvSpPr>
        <p:spPr>
          <a:xfrm>
            <a:off x="6245352" y="23317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A1A1A"/>
          </a:solidFill>
          <a:ln/>
        </p:spPr>
      </p:sp>
      <p:sp>
        <p:nvSpPr>
          <p:cNvPr id="13" name="terminal 2 text"/>
          <p:cNvSpPr txBox="1"/>
          <p:nvPr/>
        </p:nvSpPr>
        <p:spPr>
          <a:xfrm>
            <a:off x="6473952" y="251460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source ~/ros2_ws/install/setup.bash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認識されているか確認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ros2 run joy joy_enumerate_devices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ros2 launch turtle_teleop ps4_turtle.launch.py</a:t>
            </a:r>
            <a:endParaRPr lang="en-US" sz="1300" dirty="0"/>
          </a:p>
        </p:txBody>
      </p:sp>
      <p:sp>
        <p:nvSpPr>
          <p:cNvPr id="14" name="expected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8348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joy_enumerate_devices にこう出れば成功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51937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0 : 03002b4634120000…  :    true :   true : Virtual PS4 Controller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22960" y="2743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使い方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</a:rPr>
              <a:t>キー割り当てと動作確認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778240" y="2240280"/>
            <a:ext cx="2011680" cy="2011680"/>
          </a:xfrm>
          <a:prstGeom prst="ellipse">
            <a:avLst/>
          </a:prstGeom>
          <a:solidFill>
            <a:srgbClr val="EDED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834640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キー割り当て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35661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キー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入力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joy の番号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W / A / S / 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左スティック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axes[0], axes[1]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I / J / K / 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右スティック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axes[3], axes[4]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矢印キー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十字キー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axes[6], axes[7]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 / 3 / 4 / 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× / ○ / △ / □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buttons[0]〜[3]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Q / 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L1 / R1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buttons[4], [5]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Z / 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L2 / R2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buttons[6],[7] ＋ axes[2],[5]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Tab / Enter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SHARE / OPTIONS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buttons[8], [9]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buttons[10]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F / 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L3 / R3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Noto Sans Mono" pitchFamily="34" charset="0"/>
                          <a:ea typeface="Noto Sans Mono" pitchFamily="34" charset="-122"/>
                          <a:cs typeface="Noto Sans Mono" pitchFamily="34" charset="-120"/>
                        </a:rPr>
                        <a:t>buttons[11], [12]</a:t>
                      </a:r>
                      <a:endParaRPr lang="en-US" sz="1300" dirty="0">
                        <a:latin typeface="Noto Sans Mono" charset="0"/>
                        <a:ea typeface="Noto Sans Mono" charset="0"/>
                        <a:cs typeface="Noto Sans Mono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key map"/>
          <p:cNvSpPr/>
          <p:nvPr/>
        </p:nvSpPr>
        <p:spPr>
          <a:xfrm>
            <a:off x="8138160" y="10972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667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左手と右手で分担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15400" y="17830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154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W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58200" y="22402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15400" y="22402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154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372600" y="22402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726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652760" y="17830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527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195560" y="22402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19556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J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652760" y="22402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65276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K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1109960" y="22402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10996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左スティック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14984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右スティック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36676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演習で使うのは主に W/S と J/L</a:t>
            </a:r>
            <a:endParaRPr lang="en-US" sz="1100" dirty="0"/>
          </a:p>
        </p:txBody>
      </p:sp>
      <p:sp>
        <p:nvSpPr>
          <p:cNvPr id="25" name="shift tip"/>
          <p:cNvSpPr/>
          <p:nvPr/>
        </p:nvSpPr>
        <p:spPr>
          <a:xfrm>
            <a:off x="8138160" y="38404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023360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86968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左Shift で半分だけ倒す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8366760" y="4526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D4D4D"/>
                </a:solidFill>
              </a:rPr>
              <a:t>押しながらスティックのキーを押すと約 0.47。デッドゾーンや低速モードの確認に使える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動作確認：/joy を見る</a:t>
            </a:r>
            <a:endParaRPr lang="en-US" sz="2600" dirty="0"/>
          </a:p>
        </p:txBody>
      </p:sp>
      <p:sp>
        <p:nvSpPr>
          <p:cNvPr id="3" name="echo code"/>
          <p:cNvSpPr/>
          <p:nvPr/>
        </p:nvSpPr>
        <p:spPr>
          <a:xfrm>
            <a:off x="548640" y="114300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1A1A1A"/>
          </a:solidFill>
          <a:ln/>
        </p:spPr>
      </p:sp>
      <p:sp>
        <p:nvSpPr>
          <p:cNvPr id="4" name="echo code text"/>
          <p:cNvSpPr txBox="1"/>
          <p:nvPr/>
        </p:nvSpPr>
        <p:spPr>
          <a:xfrm>
            <a:off x="777240" y="132588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別のターミナルで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ros2 topic echo /joy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何も押していないとき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axes: [0.0, 0.0, 1.0, 0.0, 0.0, 1.0, 0.0, 0.0]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F7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W を押したとき（左スティック上）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axes: [0.0, 1.0, 1.0, 0.0, 0.0, 1.0, 0.0, 0.0]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143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こう変われば OK</a:t>
            </a:r>
            <a:endParaRPr lang="en-US" sz="1600" dirty="0"/>
          </a:p>
        </p:txBody>
      </p:sp>
      <p:sp>
        <p:nvSpPr>
          <p:cNvPr id="6" name="row W"/>
          <p:cNvSpPr/>
          <p:nvPr/>
        </p:nvSpPr>
        <p:spPr>
          <a:xfrm>
            <a:off x="7315200" y="1645920"/>
            <a:ext cx="4325112" cy="411480"/>
          </a:xfrm>
          <a:prstGeom prst="roundRect">
            <a:avLst>
              <a:gd name="adj" fmla="val 1777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axes[1] = 1.0</a:t>
            </a:r>
            <a:endParaRPr lang="en-US" sz="1300" dirty="0"/>
          </a:p>
        </p:txBody>
      </p:sp>
      <p:sp>
        <p:nvSpPr>
          <p:cNvPr id="9" name="row L"/>
          <p:cNvSpPr/>
          <p:nvPr/>
        </p:nvSpPr>
        <p:spPr>
          <a:xfrm>
            <a:off x="7315200" y="2148840"/>
            <a:ext cx="432511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axes[3] = -1.0</a:t>
            </a:r>
            <a:endParaRPr lang="en-US" sz="1300" dirty="0"/>
          </a:p>
        </p:txBody>
      </p:sp>
      <p:sp>
        <p:nvSpPr>
          <p:cNvPr id="12" name="row 左Shift + W"/>
          <p:cNvSpPr/>
          <p:nvPr/>
        </p:nvSpPr>
        <p:spPr>
          <a:xfrm>
            <a:off x="7315200" y="2651760"/>
            <a:ext cx="4325112" cy="411480"/>
          </a:xfrm>
          <a:prstGeom prst="roundRect">
            <a:avLst>
              <a:gd name="adj" fmla="val 1777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左Shift + 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axes[1] ≈ 0.47</a:t>
            </a:r>
            <a:endParaRPr lang="en-US" sz="1300" dirty="0"/>
          </a:p>
        </p:txBody>
      </p:sp>
      <p:sp>
        <p:nvSpPr>
          <p:cNvPr id="15" name="row 3（○）"/>
          <p:cNvSpPr/>
          <p:nvPr/>
        </p:nvSpPr>
        <p:spPr>
          <a:xfrm>
            <a:off x="7315200" y="3154680"/>
            <a:ext cx="432511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3（○）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buttons[1] = 1</a:t>
            </a:r>
            <a:endParaRPr lang="en-US" sz="1300" dirty="0"/>
          </a:p>
        </p:txBody>
      </p:sp>
      <p:sp>
        <p:nvSpPr>
          <p:cNvPr id="18" name="row ←"/>
          <p:cNvSpPr/>
          <p:nvPr/>
        </p:nvSpPr>
        <p:spPr>
          <a:xfrm>
            <a:off x="7315200" y="3657600"/>
            <a:ext cx="4325112" cy="411480"/>
          </a:xfrm>
          <a:prstGeom prst="roundRect">
            <a:avLst>
              <a:gd name="adj" fmla="val 17778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←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axes[6] = 1.0</a:t>
            </a:r>
            <a:endParaRPr lang="en-US" sz="1300" dirty="0"/>
          </a:p>
        </p:txBody>
      </p:sp>
      <p:sp>
        <p:nvSpPr>
          <p:cNvPr id="21" name="row Z（L2）"/>
          <p:cNvSpPr/>
          <p:nvPr/>
        </p:nvSpPr>
        <p:spPr>
          <a:xfrm>
            <a:off x="7315200" y="4160520"/>
            <a:ext cx="432511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Z（L2）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axes[2] = -1.0</a:t>
            </a:r>
            <a:endParaRPr lang="en-US" sz="1300" dirty="0"/>
          </a:p>
        </p:txBody>
      </p:sp>
      <p:sp>
        <p:nvSpPr>
          <p:cNvPr id="24" name="note"/>
          <p:cNvSpPr/>
          <p:nvPr/>
        </p:nvSpPr>
        <p:spPr>
          <a:xfrm>
            <a:off x="548640" y="49834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111496"/>
            <a:ext cx="246888" cy="24688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97280" y="4983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L2 / R2 の軸は離しているとき 1.0、押すと -1.0（実機の DS4 と同じ挙動）。右・下はマイナスになる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注意点とトラブル</a:t>
            </a:r>
            <a:endParaRPr lang="en-US" sz="2600" dirty="0"/>
          </a:p>
        </p:txBody>
      </p:sp>
      <p:sp>
        <p:nvSpPr>
          <p:cNvPr id="3" name="trouble 1"/>
          <p:cNvSpPr/>
          <p:nvPr/>
        </p:nvSpPr>
        <p:spPr>
          <a:xfrm>
            <a:off x="548640" y="1143000"/>
            <a:ext cx="5449824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5361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17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キーは PC 全体から読む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011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</a:rPr>
              <a:t>他のウィンドウで打った文字も入力になる。逆に、操作中のキーがエディタなどに入力されることもあるので、操作は亀の画面をクリックしてから</a:t>
            </a:r>
            <a:endParaRPr lang="en-US" sz="1200" dirty="0"/>
          </a:p>
        </p:txBody>
      </p:sp>
      <p:sp>
        <p:nvSpPr>
          <p:cNvPr id="8" name="trouble 2"/>
          <p:cNvSpPr/>
          <p:nvPr/>
        </p:nvSpPr>
        <p:spPr>
          <a:xfrm>
            <a:off x="6190488" y="1143000"/>
            <a:ext cx="5449824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6464808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361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6328" y="1417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「仮想デバイスを作れません」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2011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</a:rPr>
              <a:t>sudo を付け忘れている。/dev/uinput と /dev/input/event* は root 権限が必要</a:t>
            </a:r>
            <a:endParaRPr lang="en-US" sz="1200" dirty="0"/>
          </a:p>
        </p:txBody>
      </p:sp>
      <p:sp>
        <p:nvSpPr>
          <p:cNvPr id="13" name="trouble 3"/>
          <p:cNvSpPr/>
          <p:nvPr/>
        </p:nvSpPr>
        <p:spPr>
          <a:xfrm>
            <a:off x="548640" y="3154680"/>
            <a:ext cx="5449824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478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429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joy_enumerate_devices に出ない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023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</a:rPr>
              <a:t>ターミナル1が起動したままか確認。Ctrl+C で止めると仮想パッドも消える</a:t>
            </a:r>
            <a:endParaRPr lang="en-US" sz="1200" dirty="0"/>
          </a:p>
        </p:txBody>
      </p:sp>
      <p:sp>
        <p:nvSpPr>
          <p:cNvPr id="18" name="trouble 4"/>
          <p:cNvSpPr/>
          <p:nvPr/>
        </p:nvSpPr>
        <p:spPr>
          <a:xfrm>
            <a:off x="6190488" y="3154680"/>
            <a:ext cx="5449824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64808" y="3429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478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96328" y="3429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Docker の中で使う場合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196328" y="4023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</a:rPr>
              <a:t>/dev/uinput と /dev/input をコンテナに渡す必要がある。まずはホストの PC で使うのがおすすめ</a:t>
            </a:r>
            <a:endParaRPr lang="en-US" sz="1200" dirty="0"/>
          </a:p>
        </p:txBody>
      </p:sp>
      <p:sp>
        <p:nvSpPr>
          <p:cNvPr id="23" name="note"/>
          <p:cNvSpPr/>
          <p:nvPr/>
        </p:nvSpPr>
        <p:spPr>
          <a:xfrm>
            <a:off x="548640" y="52578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EEE2"/>
          </a:solidFill>
          <a:ln w="12700">
            <a:solidFill>
              <a:srgbClr val="F3C9A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85816"/>
            <a:ext cx="246888" cy="2468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実機の DS4 も同時につなぐと joy_node は先に見つけた方を開きます。仮想パッドを使うときは実機を外しておく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RST Mono">
  <a:themeElements>
    <a:clrScheme name="RRST Mono">
      <a:dk1>
        <a:srgbClr val="1A1A1A"/>
      </a:dk1>
      <a:lt1>
        <a:srgbClr val="FFFFFF"/>
      </a:lt1>
      <a:dk2>
        <a:srgbClr val="333333"/>
      </a:dk2>
      <a:lt2>
        <a:srgbClr val="EDEDED"/>
      </a:lt2>
      <a:accent1>
        <a:srgbClr val="1A1A1A"/>
      </a:accent1>
      <a:accent2>
        <a:srgbClr val="4D4D4D"/>
      </a:accent2>
      <a:accent3>
        <a:srgbClr val="8FBF7F"/>
      </a:accent3>
      <a:accent4>
        <a:srgbClr val="C74700"/>
      </a:accent4>
      <a:accent5>
        <a:srgbClr val="197A4B"/>
      </a:accent5>
      <a:accent6>
        <a:srgbClr val="B3B3B3"/>
      </a:accent6>
      <a:hlink>
        <a:srgbClr val="333333"/>
      </a:hlink>
      <a:folHlink>
        <a:srgbClr val="666666"/>
      </a:folHlink>
    </a:clrScheme>
    <a:fontScheme name="RRST Mono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仮想PS4コントローラー セットアップ</dc:title>
  <dc:subject>PptxGenJS Presentation</dc:subject>
  <dc:creator>RRST NHKプロジェクト</dc:creator>
  <cp:lastModifiedBy>RRST NHKプロジェクト</cp:lastModifiedBy>
  <cp:revision>1</cp:revision>
  <dcterms:created xsi:type="dcterms:W3CDTF">2026-10-30T04:42:19Z</dcterms:created>
  <dcterms:modified xsi:type="dcterms:W3CDTF">2026-10-30T04:42:19Z</dcterms:modified>
</cp:coreProperties>
</file>