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4480"/>
            <a:ext cx="9418320" cy="1463040"/>
          </a:xfrm>
        </p:spPr>
        <p:txBody>
          <a:bodyPr/>
          <a:lstStyle/>
          <a:p>
            <a:pPr algn="ctr"/>
            <a:r>
              <a:rPr sz="2400" b="1">
                <a:solidFill>
                  <a:srgbClr val="CB1C14"/>
                </a:solidFill>
              </a:rPr>
              <a:t>ROS 2 Jazzy 入門 03</a:t>
            </a:r>
          </a:p>
          <a:p>
            <a:pPr algn="ctr"/>
            <a:r>
              <a:rPr sz="4000" b="1">
                <a:solidFill>
                  <a:srgbClr val="1F1F1F"/>
                </a:solidFill>
              </a:rPr>
              <a:t>パッケージの作成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91840"/>
            <a:ext cx="9418320" cy="1280160"/>
          </a:xfrm>
        </p:spPr>
        <p:txBody>
          <a:bodyPr/>
          <a:lstStyle/>
          <a:p>
            <a:pPr algn="ctr"/>
            <a:r>
              <a:rPr sz="1800">
                <a:solidFill>
                  <a:srgbClr val="1F1F1F"/>
                </a:solidFill>
              </a:rPr>
              <a:t>公式チュートリアル準拠：Creating a package</a:t>
            </a:r>
          </a:p>
          <a:p>
            <a:pPr algn="ctr"/>
            <a:r>
              <a:rPr sz="1800">
                <a:solidFill>
                  <a:srgbClr val="1F1F1F"/>
                </a:solidFill>
              </a:rPr>
              <a:t>立命館大学 ロボット技術研究会 RRST NHKプロジェクト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この講習の流れ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概要と用語</a:t>
            </a:r>
          </a:p>
        </p:txBody>
      </p:sp>
      <p:sp>
        <p:nvSpPr>
          <p:cNvPr id="7" name="Card"/>
          <p:cNvSpPr/>
          <p:nvPr/>
        </p:nvSpPr>
        <p:spPr>
          <a:xfrm>
            <a:off x="2596896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5496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ワーク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スペース</a:t>
            </a:r>
          </a:p>
        </p:txBody>
      </p:sp>
      <p:sp>
        <p:nvSpPr>
          <p:cNvPr id="10" name="Card"/>
          <p:cNvSpPr/>
          <p:nvPr/>
        </p:nvSpPr>
        <p:spPr>
          <a:xfrm>
            <a:off x="4645152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パッケージ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B1C14"/>
                </a:solidFill>
              </a:rPr>
              <a:t>← 今回</a:t>
            </a:r>
          </a:p>
        </p:txBody>
      </p:sp>
      <p:sp>
        <p:nvSpPr>
          <p:cNvPr id="14" name="Card"/>
          <p:cNvSpPr/>
          <p:nvPr/>
        </p:nvSpPr>
        <p:spPr>
          <a:xfrm>
            <a:off x="6693408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Python</a:t>
            </a:r>
          </a:p>
        </p:txBody>
      </p:sp>
      <p:sp>
        <p:nvSpPr>
          <p:cNvPr id="17" name="Card"/>
          <p:cNvSpPr/>
          <p:nvPr/>
        </p:nvSpPr>
        <p:spPr>
          <a:xfrm>
            <a:off x="8741664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内容は公式ドキュメント </a:t>
            </a:r>
            <a:r>
              <a:rPr sz="1800" b="1">
                <a:solidFill>
                  <a:srgbClr val="1F1F1F"/>
                </a:solidFill>
              </a:rPr>
              <a:t>ROS 2 Documentation: Jazzy</a:t>
            </a:r>
            <a:r>
              <a:rPr sz="1800" b="0">
                <a:solidFill>
                  <a:srgbClr val="1F1F1F"/>
                </a:solidFill>
              </a:rPr>
              <a:t>（docs.ros.org/en/jazzy/）に準拠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パッケージとは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71600"/>
            <a:ext cx="10058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ROS 2 のコードをまとめておく単位</a:t>
            </a:r>
          </a:p>
          <a:p>
            <a:pPr>
              <a:spcBef>
                <a:spcPts val="2200"/>
              </a:spcBef>
            </a:pPr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インストールや共有は、パッケージ単位で行う</a:t>
            </a:r>
          </a:p>
          <a:p>
            <a:pPr>
              <a:spcBef>
                <a:spcPts val="2200"/>
              </a:spcBef>
            </a:pPr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ビルドの仕組みは ament、ビルドに使うツールは colcon</a:t>
            </a:r>
          </a:p>
          <a:p>
            <a:pPr>
              <a:spcBef>
                <a:spcPts val="2200"/>
              </a:spcBef>
            </a:pPr>
            <a:r>
              <a:rPr sz="2600">
                <a:solidFill>
                  <a:srgbClr val="1F1F1F"/>
                </a:solidFill>
              </a:rPr>
              <a:t>・</a:t>
            </a:r>
            <a:r>
              <a:rPr sz="2600" b="0">
                <a:solidFill>
                  <a:srgbClr val="1F1F1F"/>
                </a:solidFill>
              </a:rPr>
              <a:t>公式に対応しているのは CMake と Python の2種類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パッケージに必要なファイル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Chevron"/>
          <p:cNvSpPr/>
          <p:nvPr/>
        </p:nvSpPr>
        <p:spPr>
          <a:xfrm>
            <a:off x="548640" y="1234440"/>
            <a:ext cx="2377440" cy="640080"/>
          </a:xfrm>
          <a:prstGeom prst="chevron">
            <a:avLst/>
          </a:prstGeom>
          <a:solidFill>
            <a:srgbClr val="FFFFFF"/>
          </a:solidFill>
          <a:ln w="3175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F1F1F"/>
                </a:solidFill>
              </a:rPr>
              <a:t>CMake</a:t>
            </a:r>
          </a:p>
        </p:txBody>
      </p:sp>
      <p:sp>
        <p:nvSpPr>
          <p:cNvPr id="6" name="Row"/>
          <p:cNvSpPr/>
          <p:nvPr/>
        </p:nvSpPr>
        <p:spPr>
          <a:xfrm>
            <a:off x="548640" y="2103120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CMakeLists.txt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03120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ビルド方法</a:t>
            </a:r>
          </a:p>
        </p:txBody>
      </p:sp>
      <p:sp>
        <p:nvSpPr>
          <p:cNvPr id="9" name="Row"/>
          <p:cNvSpPr/>
          <p:nvPr/>
        </p:nvSpPr>
        <p:spPr>
          <a:xfrm>
            <a:off x="548640" y="2816352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include/&lt;パッケージ名&gt;/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81635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公開ヘッダ</a:t>
            </a:r>
          </a:p>
        </p:txBody>
      </p:sp>
      <p:sp>
        <p:nvSpPr>
          <p:cNvPr id="12" name="Row"/>
          <p:cNvSpPr/>
          <p:nvPr/>
        </p:nvSpPr>
        <p:spPr>
          <a:xfrm>
            <a:off x="548640" y="3529584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958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package.xml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529584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パッケージの情報</a:t>
            </a:r>
          </a:p>
        </p:txBody>
      </p:sp>
      <p:sp>
        <p:nvSpPr>
          <p:cNvPr id="15" name="Row"/>
          <p:cNvSpPr/>
          <p:nvPr/>
        </p:nvSpPr>
        <p:spPr>
          <a:xfrm>
            <a:off x="548640" y="4242816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42816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4281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ソースコード</a:t>
            </a:r>
          </a:p>
        </p:txBody>
      </p:sp>
      <p:sp>
        <p:nvSpPr>
          <p:cNvPr id="18" name="Chevron"/>
          <p:cNvSpPr/>
          <p:nvPr/>
        </p:nvSpPr>
        <p:spPr>
          <a:xfrm>
            <a:off x="5669279" y="1234440"/>
            <a:ext cx="2377440" cy="640080"/>
          </a:xfrm>
          <a:prstGeom prst="chevron">
            <a:avLst/>
          </a:prstGeom>
          <a:solidFill>
            <a:srgbClr val="FFFFFF"/>
          </a:solidFill>
          <a:ln w="3175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F1F1F"/>
                </a:solidFill>
              </a:rPr>
              <a:t>Python</a:t>
            </a:r>
          </a:p>
        </p:txBody>
      </p:sp>
      <p:sp>
        <p:nvSpPr>
          <p:cNvPr id="19" name="Row"/>
          <p:cNvSpPr/>
          <p:nvPr/>
        </p:nvSpPr>
        <p:spPr>
          <a:xfrm>
            <a:off x="5669279" y="2103120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2103120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package.xml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103120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パッケージの情報</a:t>
            </a:r>
          </a:p>
        </p:txBody>
      </p:sp>
      <p:sp>
        <p:nvSpPr>
          <p:cNvPr id="22" name="Row"/>
          <p:cNvSpPr/>
          <p:nvPr/>
        </p:nvSpPr>
        <p:spPr>
          <a:xfrm>
            <a:off x="5669279" y="2816352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2816352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resource/&lt;パッケージ名&gt;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81635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目印のファイル</a:t>
            </a:r>
          </a:p>
        </p:txBody>
      </p:sp>
      <p:sp>
        <p:nvSpPr>
          <p:cNvPr id="25" name="Row"/>
          <p:cNvSpPr/>
          <p:nvPr/>
        </p:nvSpPr>
        <p:spPr>
          <a:xfrm>
            <a:off x="5669279" y="3529584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29584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setup.cfg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529584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ros2 run 用の設定</a:t>
            </a:r>
          </a:p>
        </p:txBody>
      </p:sp>
      <p:sp>
        <p:nvSpPr>
          <p:cNvPr id="28" name="Row"/>
          <p:cNvSpPr/>
          <p:nvPr/>
        </p:nvSpPr>
        <p:spPr>
          <a:xfrm>
            <a:off x="5669279" y="4242816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59" y="4242816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setup.py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24281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インストール方法</a:t>
            </a:r>
          </a:p>
        </p:txBody>
      </p:sp>
      <p:sp>
        <p:nvSpPr>
          <p:cNvPr id="31" name="Row"/>
          <p:cNvSpPr/>
          <p:nvPr/>
        </p:nvSpPr>
        <p:spPr>
          <a:xfrm>
            <a:off x="5669279" y="4956048"/>
            <a:ext cx="4846320" cy="62179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59" y="4956048"/>
            <a:ext cx="23774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Consolas"/>
              </a:rPr>
              <a:t>&lt;パッケージ名&gt;/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956048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__init__.py を含む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ワークスペースとパッケージ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1つのワークスペースに、いくつでもパッケージを置ける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CMake と Python のパッケージを混ぜてもよい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パッケージの中にパッケージは作れない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パッケージはワークスペースの src に作る</a:t>
            </a:r>
          </a:p>
        </p:txBody>
      </p:sp>
      <p:sp>
        <p:nvSpPr>
          <p:cNvPr id="6" name="Code"/>
          <p:cNvSpPr/>
          <p:nvPr/>
        </p:nvSpPr>
        <p:spPr>
          <a:xfrm>
            <a:off x="5943600" y="1325880"/>
            <a:ext cx="4846320" cy="43891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6217920" y="1508760"/>
            <a:ext cx="4297680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workspace_folder/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src/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cpp_package_1/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CMakeLists.txt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include/cpp_package_1/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package.xml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src/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py_package_1/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package.xml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resource/py_package_1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setup.cfg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setup.py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py_package_1/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手順1　パッケージを作る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ROS 2 を読み込んだうえで、src フォルダで実行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783080"/>
            <a:ext cx="10058400" cy="16459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96596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cd ~/ros2_ws/src</a:t>
            </a:r>
          </a:p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ros2 pkg create --build-type ament_python \</a:t>
            </a:r>
          </a:p>
          <a:p>
            <a:pPr algn="l"/>
            <a:r>
              <a:rPr sz="1900" b="0">
                <a:solidFill>
                  <a:srgbClr val="B5B5B5"/>
                </a:solidFill>
                <a:latin typeface="Consolas"/>
              </a:rPr>
              <a:t>    --license Apache-2.0 --node-name my_node my_package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03320"/>
          <a:ext cx="100584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85216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--build-type ament_python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Python のパッケージを作る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--license Apache-2.0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ライセンスを指定する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--node-name my_node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Hello World を表示する実行ファイルも作る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my_package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パッケージ名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作成時の表示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パッケージの情報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691640"/>
            <a:ext cx="4937760" cy="39319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874520"/>
            <a:ext cx="43891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package name: my_package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destination directory: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  /home/user/ros2_ws/src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package format: 3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version: 0.0.0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description: TODO: ...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licenses: ['Apache-2.0']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build type: ament_python</a:t>
            </a:r>
          </a:p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node_name: my_node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自動で作られるファイル</a:t>
            </a:r>
          </a:p>
        </p:txBody>
      </p:sp>
      <p:sp>
        <p:nvSpPr>
          <p:cNvPr id="9" name="Code"/>
          <p:cNvSpPr/>
          <p:nvPr/>
        </p:nvSpPr>
        <p:spPr>
          <a:xfrm>
            <a:off x="5760720" y="169164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6035040" y="187452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my_package/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package.xml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setup.py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setup.cfg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resource/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my_package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my_package/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__init__.py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my_node.py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test/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test_copyright.py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test_flake8.py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test_pep257.py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　パッケージをビルドする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ワークスペースの直下で colcon build を実行すると、全パッケージをまとめてビルドできる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colcon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ワークスペースに複数のパッケージがあるとき、my_package だけをビルドする場合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70332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38862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colcon build --packages-select my_package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手順3・4　読み込んで実行する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新しいターミナルを開き、ROS 2 本体 → ワークスペースの順に読み込む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783080"/>
            <a:ext cx="10058400" cy="1371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96596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source /opt/ros/jazzy/setup.bash</a:t>
            </a:r>
          </a:p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source install/local_setup.bash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--node-name で作った実行ファイルを起動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93192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411480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ros2 run my_package my_node</a:t>
            </a:r>
          </a:p>
          <a:p>
            <a:pPr algn="l"/>
            <a:r>
              <a:rPr sz="2100" b="0">
                <a:solidFill>
                  <a:srgbClr val="B5B5B5"/>
                </a:solidFill>
                <a:latin typeface="Consolas"/>
              </a:rPr>
              <a:t>Hi from my_package.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手順5　パッケージの中身を見る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10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Console"/>
          <p:cNvSpPr/>
          <p:nvPr/>
        </p:nvSpPr>
        <p:spPr>
          <a:xfrm>
            <a:off x="548640" y="13258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sole text"/>
          <p:cNvSpPr txBox="1"/>
          <p:nvPr/>
        </p:nvSpPr>
        <p:spPr>
          <a:xfrm>
            <a:off x="822959" y="150876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8FD17F"/>
                </a:solidFill>
                <a:latin typeface="Consolas"/>
              </a:rPr>
              <a:t>$ </a:t>
            </a:r>
            <a:r>
              <a:rPr sz="1900" b="0">
                <a:solidFill>
                  <a:srgbClr val="FFFFFF"/>
                </a:solidFill>
                <a:latin typeface="Consolas"/>
              </a:rPr>
              <a:t>ls ~/ros2_ws/src/my_package</a:t>
            </a:r>
          </a:p>
          <a:p>
            <a:pPr algn="l"/>
            <a:r>
              <a:rPr sz="1900" b="0">
                <a:solidFill>
                  <a:srgbClr val="B5B5B5"/>
                </a:solidFill>
                <a:latin typeface="Consolas"/>
              </a:rPr>
              <a:t>my_package  package.xml  resource  setup.cfg  setup.py  test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548640" y="26517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ros2 pkg create が自動で作ったファイル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  <a:latin typeface="Consolas"/>
              </a:rPr>
              <a:t>my_node.py</a:t>
            </a:r>
            <a:r>
              <a:rPr sz="2200" b="0">
                <a:solidFill>
                  <a:srgbClr val="1F1F1F"/>
                </a:solidFill>
              </a:rPr>
              <a:t> は </a:t>
            </a:r>
            <a:r>
              <a:rPr sz="2200" b="0">
                <a:solidFill>
                  <a:srgbClr val="1F1F1F"/>
                </a:solidFill>
                <a:latin typeface="Consolas"/>
              </a:rPr>
              <a:t>my_package</a:t>
            </a:r>
            <a:r>
              <a:rPr sz="2200" b="0">
                <a:solidFill>
                  <a:srgbClr val="1F1F1F"/>
                </a:solidFill>
              </a:rPr>
              <a:t> フォルダの中にある</a:t>
            </a:r>
          </a:p>
          <a:p>
            <a:r>
              <a:rPr sz="1900">
                <a:solidFill>
                  <a:srgbClr val="404040"/>
                </a:solidFill>
              </a:rPr>
              <a:t>　→ </a:t>
            </a:r>
            <a:r>
              <a:rPr sz="1900" b="0">
                <a:solidFill>
                  <a:srgbClr val="404040"/>
                </a:solidFill>
              </a:rPr>
              <a:t>自分で作る Python のノードもここに置く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手順6　package.xml を編集する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作成直後（抜粋）：description と license は TODO のまま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645920"/>
            <a:ext cx="10058400" cy="1828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1828800"/>
            <a:ext cx="9509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&lt;name&gt;my_package&lt;/name&gt;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&lt;version&gt;0.0.0&lt;/version&gt;</a:t>
            </a:r>
          </a:p>
          <a:p>
            <a:pPr algn="l"/>
            <a:r>
              <a:rPr sz="1500" b="0">
                <a:solidFill>
                  <a:srgbClr val="E6C07B"/>
                </a:solidFill>
                <a:latin typeface="Consolas"/>
              </a:rPr>
              <a:t>&lt;description&gt;TODO: Package description&lt;/description&gt;</a:t>
            </a:r>
          </a:p>
          <a:p>
            <a:pPr algn="l"/>
            <a:r>
              <a:rPr sz="1500" b="0">
                <a:solidFill>
                  <a:srgbClr val="E6C07B"/>
                </a:solidFill>
                <a:latin typeface="Consolas"/>
              </a:rPr>
              <a:t>&lt;maintainer email="user@todo.todo"&gt;user&lt;/maintainer&gt;</a:t>
            </a:r>
          </a:p>
          <a:p>
            <a:pPr algn="l"/>
            <a:r>
              <a:rPr sz="1500" b="0">
                <a:solidFill>
                  <a:srgbClr val="E6C07B"/>
                </a:solidFill>
                <a:latin typeface="Consolas"/>
              </a:rPr>
              <a:t>&lt;license&gt;TODO: License declaration&lt;/license&gt;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編集後</a:t>
            </a:r>
          </a:p>
        </p:txBody>
      </p:sp>
      <p:sp>
        <p:nvSpPr>
          <p:cNvPr id="9" name="Code"/>
          <p:cNvSpPr/>
          <p:nvPr/>
        </p:nvSpPr>
        <p:spPr>
          <a:xfrm>
            <a:off x="548640" y="406908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822959" y="425196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&lt;description&gt;Beginner client libraries tutorials practice package&lt;/description&gt;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&lt;license&gt;Apache-2.0&lt;/license&gt;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</a:rPr>
              <a:t>maintainer には自分の名前とメールアドレス。_depend で終わるタグには依存するパッケージを書く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手順6　setup.py も合わせる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80160"/>
            <a:ext cx="6035040" cy="3291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63039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package_name = 'my_py_pkg'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setup(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name=package_name,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version='0.0.0',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/>
            <a:r>
              <a:rPr sz="1400" b="0">
                <a:solidFill>
                  <a:srgbClr val="E6C07B"/>
                </a:solidFill>
                <a:latin typeface="Consolas"/>
              </a:rPr>
              <a:t>    maintainer='TODO',</a:t>
            </a:r>
          </a:p>
          <a:p>
            <a:pPr algn="l"/>
            <a:r>
              <a:rPr sz="1400" b="0">
                <a:solidFill>
                  <a:srgbClr val="E6C07B"/>
                </a:solidFill>
                <a:latin typeface="Consolas"/>
              </a:rPr>
              <a:t>    maintainer_email='TODO',</a:t>
            </a:r>
          </a:p>
          <a:p>
            <a:pPr algn="l"/>
            <a:r>
              <a:rPr sz="1400" b="0">
                <a:solidFill>
                  <a:srgbClr val="E6C07B"/>
                </a:solidFill>
                <a:latin typeface="Consolas"/>
              </a:rPr>
              <a:t>    description='TODO: Package description',</a:t>
            </a:r>
          </a:p>
          <a:p>
            <a:pPr algn="l"/>
            <a:r>
              <a:rPr sz="1400" b="0">
                <a:solidFill>
                  <a:srgbClr val="E6C07B"/>
                </a:solidFill>
                <a:latin typeface="Consolas"/>
              </a:rPr>
              <a:t>    license='TODO: License declaration',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</a:rPr>
              <a:t>抜粋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0" y="1325880"/>
            <a:ext cx="39319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description・maintainer・license を package.xml と同じにする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version・name も一致させる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通常は自動で入っている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C++（CMake）のパッケージの場合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Creating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--build-type を ament_cmake にする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64592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82880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FD17F"/>
                </a:solidFill>
                <a:latin typeface="Consolas"/>
              </a:rPr>
              <a:t>$ </a:t>
            </a:r>
            <a:r>
              <a:rPr sz="1800" b="0">
                <a:solidFill>
                  <a:srgbClr val="FFFFFF"/>
                </a:solidFill>
                <a:latin typeface="Consolas"/>
              </a:rPr>
              <a:t>ros2 pkg create --build-type ament_cmake \</a:t>
            </a:r>
          </a:p>
          <a:p>
            <a:pPr algn="l"/>
            <a:r>
              <a:rPr sz="1800" b="0">
                <a:solidFill>
                  <a:srgbClr val="B5B5B5"/>
                </a:solidFill>
                <a:latin typeface="Consolas"/>
              </a:rPr>
              <a:t>    --license Apache-2.0 --node-name my_node my_package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実行結果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324612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34290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FD17F"/>
                </a:solidFill>
                <a:latin typeface="Consolas"/>
              </a:rPr>
              <a:t>$ </a:t>
            </a:r>
            <a:r>
              <a:rPr sz="1600" b="0">
                <a:solidFill>
                  <a:srgbClr val="FFFFFF"/>
                </a:solidFill>
                <a:latin typeface="Consolas"/>
              </a:rPr>
              <a:t>ros2 run my_package my_node</a:t>
            </a:r>
          </a:p>
          <a:p>
            <a:pPr algn="l"/>
            <a:r>
              <a:rPr sz="1600" b="0">
                <a:solidFill>
                  <a:srgbClr val="B5B5B5"/>
                </a:solidFill>
                <a:latin typeface="Consolas"/>
              </a:rPr>
              <a:t>hello world my_package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パッケージの中身</a:t>
            </a:r>
          </a:p>
        </p:txBody>
      </p:sp>
      <p:sp>
        <p:nvSpPr>
          <p:cNvPr id="12" name="Console"/>
          <p:cNvSpPr/>
          <p:nvPr/>
        </p:nvSpPr>
        <p:spPr>
          <a:xfrm>
            <a:off x="5760720" y="324612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sole text"/>
          <p:cNvSpPr txBox="1"/>
          <p:nvPr/>
        </p:nvSpPr>
        <p:spPr>
          <a:xfrm>
            <a:off x="6035040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ls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CMakeLists.txt  include  package.xml  src</a:t>
            </a:r>
          </a:p>
        </p:txBody>
      </p:sp>
      <p:sp>
        <p:nvSpPr>
          <p:cNvPr id="14" name="Bullets"/>
          <p:cNvSpPr txBox="1"/>
          <p:nvPr/>
        </p:nvSpPr>
        <p:spPr>
          <a:xfrm>
            <a:off x="548640" y="44805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  <a:latin typeface="Consolas"/>
              </a:rPr>
              <a:t>my_node.cpp</a:t>
            </a:r>
            <a:r>
              <a:rPr sz="1700" b="0">
                <a:solidFill>
                  <a:srgbClr val="1F1F1F"/>
                </a:solidFill>
              </a:rPr>
              <a:t> は src フォルダの中。C++ のノードはここに置く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package.xml には </a:t>
            </a:r>
            <a:r>
              <a:rPr sz="1700" b="0">
                <a:solidFill>
                  <a:srgbClr val="1F1F1F"/>
                </a:solidFill>
                <a:latin typeface="Consolas"/>
              </a:rPr>
              <a:t>&lt;buildtool_depend&gt;ament_cmake&lt;/buildtool_depend&gt;</a:t>
            </a:r>
            <a:r>
              <a:rPr sz="1700" b="0">
                <a:solidFill>
                  <a:srgbClr val="1F1F1F"/>
                </a:solidFill>
              </a:rPr>
              <a:t> が入る。setup.py はない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参考：公式ドキュメント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03 パッケージ   14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48640" y="132588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Creating a package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400" b="0">
                <a:solidFill>
                  <a:srgbClr val="404040"/>
                </a:solidFill>
                <a:latin typeface="Consolas"/>
              </a:rPr>
              <a:t>docs.ros.org/en/jazzy/Tutorials/Beginner-Client-Libraries/Creating-Your-First-ROS2-Package.html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次の資料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04 Publisher / Subscriber（Python）・05 同（C++）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図・コードの出典：ROS 2 Documentation（CC BY 4.0）、ros2/examples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